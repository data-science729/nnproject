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2" r:id="rId2"/>
    <p:sldId id="273" r:id="rId3"/>
    <p:sldId id="275" r:id="rId4"/>
    <p:sldId id="27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73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guang Li" userId="9f936662167d8976" providerId="LiveId" clId="{BCA53B96-C2D1-422D-AA90-15252CD9EB25}"/>
    <pc:docChg chg="modSld">
      <pc:chgData name="Xiaoguang Li" userId="9f936662167d8976" providerId="LiveId" clId="{BCA53B96-C2D1-422D-AA90-15252CD9EB25}" dt="2026-06-15T16:32:36.905" v="106"/>
      <pc:docMkLst>
        <pc:docMk/>
      </pc:docMkLst>
      <pc:sldChg chg="modSp mod">
        <pc:chgData name="Xiaoguang Li" userId="9f936662167d8976" providerId="LiveId" clId="{BCA53B96-C2D1-422D-AA90-15252CD9EB25}" dt="2026-06-15T16:32:36.905" v="106"/>
        <pc:sldMkLst>
          <pc:docMk/>
          <pc:sldMk cId="923668823" sldId="273"/>
        </pc:sldMkLst>
        <pc:spChg chg="mod">
          <ac:chgData name="Xiaoguang Li" userId="9f936662167d8976" providerId="LiveId" clId="{BCA53B96-C2D1-422D-AA90-15252CD9EB25}" dt="2026-06-15T16:32:36.905" v="106"/>
          <ac:spMkLst>
            <pc:docMk/>
            <pc:sldMk cId="923668823" sldId="273"/>
            <ac:spMk id="3" creationId="{B267332C-088F-4912-AF8D-6C9CF99488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F5B86-06ED-49E6-AB33-2349BE518EB0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DAF10-38C9-4651-8575-FEFC071FA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05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3B0CF2-7F87-4E02-A248-870047730F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Rectangle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1D30-C0A0-4124-A783-34D9F15FA0FE}" type="datetime1">
              <a:rPr lang="en-US" smtClean="0"/>
              <a:t>6/15/2026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18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077-7188-48C5-8679-2287FAC952E9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3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740-6776-4EE9-99FD-96D592FA5A23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0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BD99-6FFD-46C5-B5E2-43A34BDA2566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4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678E-214C-4CF8-97C7-95015FB02960}" type="datetime1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1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660E0-FA77-4473-A859-74127B089143}" type="datetime1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5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D7B8-9F07-4899-827D-5F3CFDDEB574}" type="datetime1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7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97C5C-1CD1-417D-A89C-14747F5222C7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1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FBB-CFA1-4AA8-9123-F0B52DBD84FE}" type="datetime1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03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5871-AB0F-4B3D-8861-97E78CB7B47E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8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8406-4C3F-4F3E-80BD-A22568EA37EB}" type="datetime1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9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Rectangle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Freeform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  <p:sp>
              <p:nvSpPr>
                <p:cNvPr id="33" name="Freeform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</p:grpSp>
        </p:grpSp>
      </p:grp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altLang="zh-CN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</a:p>
          <a:p>
            <a:pPr lvl="1" eaLnBrk="1" latinLnBrk="0" hangingPunct="1"/>
            <a:r>
              <a:rPr kumimoji="0" lang="en-US" altLang="zh-CN"/>
              <a:t>Second level</a:t>
            </a:r>
          </a:p>
          <a:p>
            <a:pPr lvl="2" eaLnBrk="1" latinLnBrk="0" hangingPunct="1"/>
            <a:r>
              <a:rPr kumimoji="0" lang="en-US" altLang="zh-CN"/>
              <a:t>Third level</a:t>
            </a:r>
          </a:p>
          <a:p>
            <a:pPr lvl="3" eaLnBrk="1" latinLnBrk="0" hangingPunct="1"/>
            <a:r>
              <a:rPr kumimoji="0" lang="en-US" altLang="zh-CN"/>
              <a:t>Fourth level</a:t>
            </a:r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61146459-E3C3-4969-9224-5ED50B492D17}" type="datetime1">
              <a:rPr lang="en-US" smtClean="0"/>
              <a:pPr/>
              <a:t>6/15/2026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074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综合课程实习题目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——</a:t>
            </a:r>
            <a:r>
              <a:rPr lang="zh-CN" altLang="en-US" dirty="0"/>
              <a:t>李筱光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DE348-E915-4539-BD4F-A1475AA5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67332C-088F-4912-AF8D-6C9CF9948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使用深度神经网络，对清华</a:t>
            </a:r>
            <a:r>
              <a:rPr lang="en-US" altLang="zh-CN" dirty="0"/>
              <a:t>THUCNEWS</a:t>
            </a:r>
            <a:r>
              <a:rPr lang="zh-CN" altLang="en-US" dirty="0"/>
              <a:t>数据集进行文本分类</a:t>
            </a:r>
            <a:endParaRPr lang="en-US" altLang="zh-CN" dirty="0"/>
          </a:p>
          <a:p>
            <a:r>
              <a:rPr lang="zh-CN" altLang="en-US" dirty="0"/>
              <a:t>题目比较传统，但需要大家学习深度学习框架的使用、</a:t>
            </a:r>
            <a:r>
              <a:rPr lang="en-US" altLang="zh-CN" dirty="0" err="1"/>
              <a:t>Jieba</a:t>
            </a:r>
            <a:r>
              <a:rPr lang="zh-CN" altLang="en-US" dirty="0"/>
              <a:t>、</a:t>
            </a:r>
            <a:r>
              <a:rPr lang="en-US" altLang="zh-CN" dirty="0"/>
              <a:t>Word2Vec</a:t>
            </a:r>
            <a:r>
              <a:rPr lang="zh-CN" altLang="en-US" dirty="0"/>
              <a:t>等工具的使用。需要大家自行处理和分析数据，书写实习报告</a:t>
            </a:r>
            <a:endParaRPr lang="en-US" altLang="zh-CN" dirty="0"/>
          </a:p>
          <a:p>
            <a:r>
              <a:rPr lang="zh-CN" altLang="en-US" dirty="0"/>
              <a:t>我会帮助大家完成这些</a:t>
            </a:r>
            <a:r>
              <a:rPr lang="zh-CN" altLang="en-US"/>
              <a:t>任务，同时欢迎</a:t>
            </a:r>
            <a:r>
              <a:rPr lang="zh-CN" altLang="en-US" dirty="0"/>
              <a:t>借助</a:t>
            </a:r>
            <a:r>
              <a:rPr lang="en-US" altLang="zh-CN" dirty="0"/>
              <a:t>AI</a:t>
            </a:r>
            <a:r>
              <a:rPr lang="zh-CN" altLang="en-US" dirty="0"/>
              <a:t>辅助完成任务</a:t>
            </a:r>
            <a:endParaRPr lang="en-US" altLang="zh-CN" dirty="0"/>
          </a:p>
          <a:p>
            <a:r>
              <a:rPr lang="zh-CN" altLang="en-US" dirty="0"/>
              <a:t>接受报名</a:t>
            </a:r>
            <a:r>
              <a:rPr lang="en-US" altLang="zh-CN" dirty="0"/>
              <a:t>9-12</a:t>
            </a:r>
            <a:r>
              <a:rPr lang="zh-CN" altLang="en-US" dirty="0"/>
              <a:t>人，每</a:t>
            </a:r>
            <a:r>
              <a:rPr lang="en-US" altLang="zh-CN" dirty="0"/>
              <a:t>3-4</a:t>
            </a:r>
            <a:r>
              <a:rPr lang="zh-CN" altLang="en-US" dirty="0"/>
              <a:t>人为一小组完成实习任务，每个小组的任务会略有不同。同学们自行组队，每个人的成绩分别判定</a:t>
            </a:r>
          </a:p>
        </p:txBody>
      </p:sp>
    </p:spTree>
    <p:extLst>
      <p:ext uri="{BB962C8B-B14F-4D97-AF65-F5344CB8AC3E}">
        <p14:creationId xmlns:p14="http://schemas.microsoft.com/office/powerpoint/2010/main" val="92366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21840-DC09-4E0F-8B24-87EBD698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实习报告和汇报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0855C1-787E-4FD3-A06D-3723FB46A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实习报告旨在锻炼大家的动手能力和表达能力。和上机报告相比，要求结构更加明晰、内容更加系统、结果呈现更加丰富、探讨更加广泛深入。总之是一篇加强版的上机报告</a:t>
            </a:r>
            <a:endParaRPr lang="en-US" altLang="zh-CN" dirty="0"/>
          </a:p>
          <a:p>
            <a:r>
              <a:rPr lang="zh-CN" altLang="en-US" dirty="0"/>
              <a:t>汇报环节每个小组分别介绍自己组的工作内容与结果。每组约</a:t>
            </a:r>
            <a:r>
              <a:rPr lang="en-US" altLang="zh-CN" dirty="0"/>
              <a:t>15</a:t>
            </a:r>
            <a:r>
              <a:rPr lang="zh-CN" altLang="en-US" dirty="0"/>
              <a:t>分钟，每个人都要参加，表现计入成绩</a:t>
            </a:r>
            <a:endParaRPr lang="en-US" altLang="zh-CN" dirty="0"/>
          </a:p>
          <a:p>
            <a:r>
              <a:rPr lang="zh-CN" altLang="en-US" dirty="0"/>
              <a:t>为此，需要大家学习使用</a:t>
            </a:r>
            <a:r>
              <a:rPr lang="en-US" altLang="zh-CN" dirty="0"/>
              <a:t>Office</a:t>
            </a:r>
            <a:r>
              <a:rPr lang="zh-CN" altLang="en-US" dirty="0"/>
              <a:t>各组件和一些绘图工具</a:t>
            </a:r>
          </a:p>
        </p:txBody>
      </p:sp>
    </p:spTree>
    <p:extLst>
      <p:ext uri="{BB962C8B-B14F-4D97-AF65-F5344CB8AC3E}">
        <p14:creationId xmlns:p14="http://schemas.microsoft.com/office/powerpoint/2010/main" val="250666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7E8D1-B508-467B-B179-5C6ABE8A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2365108"/>
            <a:ext cx="11074400" cy="1143000"/>
          </a:xfrm>
        </p:spPr>
        <p:txBody>
          <a:bodyPr/>
          <a:lstStyle/>
          <a:p>
            <a:pPr algn="ctr"/>
            <a:r>
              <a:rPr lang="zh-CN" altLang="en-US" dirty="0"/>
              <a:t>欢迎同学们报名参组！</a:t>
            </a:r>
          </a:p>
        </p:txBody>
      </p:sp>
    </p:spTree>
    <p:extLst>
      <p:ext uri="{BB962C8B-B14F-4D97-AF65-F5344CB8AC3E}">
        <p14:creationId xmlns:p14="http://schemas.microsoft.com/office/powerpoint/2010/main" val="267983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on brainstorming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brainstorming presentation.potx" id="{DE77CA07-3D7A-4CF2-AF02-587F794CB3CB}" vid="{13C2A94F-C0A1-4622-B71C-29A3B00D5E0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196</Words>
  <Application>Microsoft Office PowerPoint</Application>
  <PresentationFormat>宽屏</PresentationFormat>
  <Paragraphs>13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Calibri</vt:lpstr>
      <vt:lpstr>Century Gothic</vt:lpstr>
      <vt:lpstr>Palatino Linotype</vt:lpstr>
      <vt:lpstr>Wingdings 2</vt:lpstr>
      <vt:lpstr>Presentation on brainstorming</vt:lpstr>
      <vt:lpstr>综合课程实习题目</vt:lpstr>
      <vt:lpstr>题目</vt:lpstr>
      <vt:lpstr>实习报告和汇报</vt:lpstr>
      <vt:lpstr>欢迎同学们报名参组！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综合课程实习题目</dc:title>
  <dc:creator>Li Xiaoguang</dc:creator>
  <cp:lastModifiedBy>Xiaoguang Li</cp:lastModifiedBy>
  <cp:revision>7</cp:revision>
  <dcterms:created xsi:type="dcterms:W3CDTF">2022-05-16T01:26:28Z</dcterms:created>
  <dcterms:modified xsi:type="dcterms:W3CDTF">2026-06-15T16:32:39Z</dcterms:modified>
</cp:coreProperties>
</file>